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on the right with your generated hero image (the split-face heart photo). Resize/crop as needed once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how a coherent brain lets both hemispheres fire in sync, versus the fractured, foggy state of incoherence.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effects of nervous system state on sleep, digestion, and pain tolerance.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often the most relatable slide for the audience - link back to personal story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heart-brain electromagnetic field image here - it's most relevant on this slide since these points are about the heart's field and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Coherence vs incoherence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9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your heart and change your life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Creator Community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80960" y="100584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FBEFE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680960" y="1005840"/>
            <a:ext cx="3931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hero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split-face heart photo)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17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heart can close off as a result 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343400" y="155448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43400" y="15544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Heartbreak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38160" y="155448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0" y="15544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Illness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089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31089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31089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310896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31089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Childhood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6634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conditioning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466344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46634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138160" y="466344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FBEEF4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46634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C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other reasons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17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 and focus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Incoherence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F7A4D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AE8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7F4EC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lobes firing out of sync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2008" y="192024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lobes firing together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76672" y="214198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12369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14198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12369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67462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 thinking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22008" y="267462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thinking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76672" y="289636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87807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73952" y="289636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87807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267462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42900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impulse control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22008" y="342900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impulse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76672" y="365074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63245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365074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63245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342900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18338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focus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22008" y="418338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focus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76672" y="440512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438683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73952" y="440512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38683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418338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3776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at using their imagination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22008" y="493776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using their imagination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76672" y="515950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514121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73952" y="515950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14121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" y="493776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69214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creative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22008" y="5692140"/>
            <a:ext cx="437083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creative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76672" y="591388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589559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73952" y="591388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89559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68680" y="569214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17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Incoherence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F7A4D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AE8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7F4EC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resilient to stress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22008" y="192024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resilient to stress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76672" y="233057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31228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33057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31228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05181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sleep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22008" y="305181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sleep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76672" y="346214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44385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73952" y="346214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44385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305181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338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digestion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22008" y="418338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digestion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76672" y="459371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57542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459371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57542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18338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31495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tolerance to pain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922008" y="531495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tolerance to pain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376672" y="572528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570699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73952" y="572528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70699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531495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17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Emotional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Incoherence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F7A4D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AE8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7F4EC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mood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22008" y="1920240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mood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76672" y="221742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1991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217420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1991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825496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confident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22008" y="2825496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confident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76672" y="312267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1043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73952" y="3122676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1043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2825496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730752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emotional intelligence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22008" y="3730752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emotional intelligence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376672" y="402793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0096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4027932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0096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3730752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636008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worse under pressure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22008" y="4636008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better under pressure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376672" y="493318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49149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73952" y="4933188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9149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4636008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541264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feel elevated emotions like joy, gratitude, freedom and love on command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22008" y="5541264"/>
            <a:ext cx="4370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easily feel, access and embody elevated emotions like joy, gratitude, freedom and love on demand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376672" y="5838444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58201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73952" y="5838444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8201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" y="5541264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17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Energetic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Incoherence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23444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F7A4D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Coherence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EAE8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9202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E7F4EC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electromagnetic field - more disconnected from themselves and people around them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22008" y="192024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electromagnetic field - more connected to themselves and people around them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76672" y="233057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31228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73952" y="233057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31228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05181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access or imprint their subconscious mind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22008" y="305181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access and imprint their subconscious mind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76672" y="346214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44385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73952" y="346214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44385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305181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338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carrying an old, stagnant energetic frequency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22008" y="418338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update and carry a new energetic frequency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76672" y="459371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57542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459371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57542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18338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31495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scarcity and lack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922008" y="5314950"/>
            <a:ext cx="4370832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a place of abundance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376672" y="5725287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570699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73952" y="5725287"/>
            <a:ext cx="310896" cy="310896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706999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5314950"/>
            <a:ext cx="10424160" cy="0"/>
          </a:xfrm>
          <a:prstGeom prst="line">
            <a:avLst/>
          </a:prstGeom>
          <a:noFill/>
          <a:ln w="6350">
            <a:solidFill>
              <a:srgbClr val="E3E3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2743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BEEF4"/>
          </a:solidFill>
          <a:ln w="9525">
            <a:solidFill>
              <a:srgbClr val="F0D7E4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9601200" y="274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heart-brain image here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1460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your heart and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 your life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416052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Creator Community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Coherence vs Incoherence</dc:title>
  <dc:subject>PptxGenJS Presentation</dc:subject>
  <dc:creator>Heart Creator Community</dc:creator>
  <cp:lastModifiedBy>Heart Creator Community</cp:lastModifiedBy>
  <cp:revision>1</cp:revision>
  <dcterms:created xsi:type="dcterms:W3CDTF">2026-07-08T12:48:47Z</dcterms:created>
  <dcterms:modified xsi:type="dcterms:W3CDTF">2026-07-08T12:48:47Z</dcterms:modified>
</cp:coreProperties>
</file>